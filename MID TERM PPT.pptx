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761163" cy="9942513"/>
  <p:embeddedFontLst>
    <p:embeddedFont>
      <p:font typeface="Garamond" panose="02020404030301010803" pitchFamily="18" charset="0"/>
      <p:regular r:id="rId18"/>
      <p:bold r:id="rId19"/>
      <p:italic r:id="rId20"/>
      <p:boldItalic r:id="rId21"/>
    </p:embeddedFont>
    <p:embeddedFont>
      <p:font typeface="Verdana" panose="020B060403050404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D1E6C4-3DEC-42E8-B9E6-ED91881D56F1}">
  <a:tblStyle styleId="{71D1E6C4-3DEC-42E8-B9E6-ED91881D56F1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44756F4-FC7B-4448-81CC-7319C153DF6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114" name="Google Shape;114;p4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125" name="Google Shape;125;p5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136" name="Google Shape;136;p6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147" name="Google Shape;147;p7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157" name="Google Shape;157;p8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168" name="Google Shape;168;p9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1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190" name="Google Shape;190;p11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2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201" name="Google Shape;201;p12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212" name="Google Shape;212;p13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223" name="Google Shape;223;p14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Courses replaced with New Programmes</a:t>
            </a:r>
            <a:endParaRPr/>
          </a:p>
        </p:txBody>
      </p:sp>
      <p:sp>
        <p:nvSpPr>
          <p:cNvPr id="234" name="Google Shape;234;p15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 descr="PPT Admission Drive 2021-22-final-2_Page_0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54260" y="-27384"/>
            <a:ext cx="9180512" cy="68853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4"/>
          <p:cNvCxnSpPr/>
          <p:nvPr/>
        </p:nvCxnSpPr>
        <p:spPr>
          <a:xfrm>
            <a:off x="1565174" y="2204864"/>
            <a:ext cx="6306546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6" name="Google Shape;9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0382" y="150274"/>
            <a:ext cx="6396065" cy="92087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2nd</a:t>
            </a:r>
            <a:r>
              <a:rPr lang="en-US" sz="24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Year Project Progress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24272" y="1365433"/>
            <a:ext cx="66084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500" b="1">
                <a:solidFill>
                  <a:schemeClr val="dk1"/>
                </a:solidFill>
              </a:rPr>
              <a:t>Design and Implementation of a Mini Relational Database Engine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236440" y="5733256"/>
            <a:ext cx="8583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Faculty Mentor: </a:t>
            </a:r>
            <a:r>
              <a:rPr lang="en-US" sz="1800" b="1" i="1">
                <a:solidFill>
                  <a:srgbClr val="2C3E50"/>
                </a:solidFill>
              </a:rPr>
              <a:t>Mr. Vishwanil  Suman</a:t>
            </a:r>
            <a:endParaRPr sz="1300" b="1" i="1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Google Shape;100;p14"/>
          <p:cNvGraphicFramePr/>
          <p:nvPr/>
        </p:nvGraphicFramePr>
        <p:xfrm>
          <a:off x="1670447" y="3485801"/>
          <a:ext cx="6096000" cy="1817370"/>
        </p:xfrm>
        <a:graphic>
          <a:graphicData uri="http://schemas.openxmlformats.org/drawingml/2006/table">
            <a:tbl>
              <a:tblPr firstRow="1" bandRow="1">
                <a:noFill/>
                <a:tableStyleId>{71D1E6C4-3DEC-42E8-B9E6-ED91881D56F1}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ROLL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85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85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2401730183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85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Chirag Sharma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85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2401730170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85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Vikram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85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2401730213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85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Saurav Kumar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85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2401730196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85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Ansh Jangid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85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2401730076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85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Utkarsh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85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18261" y="-13687"/>
            <a:ext cx="9180600" cy="68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Overview</a:t>
            </a:r>
            <a:endParaRPr sz="3200" b="1" i="0" u="none" strike="noStrike" cap="non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15"/>
          <p:cNvCxnSpPr/>
          <p:nvPr/>
        </p:nvCxnSpPr>
        <p:spPr>
          <a:xfrm>
            <a:off x="0" y="1061448"/>
            <a:ext cx="9180513" cy="0"/>
          </a:xfrm>
          <a:prstGeom prst="straightConnector1">
            <a:avLst/>
          </a:prstGeom>
          <a:noFill/>
          <a:ln w="25400" cap="flat" cmpd="sng">
            <a:solidFill>
              <a:srgbClr val="0060A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9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79500" y="1309250"/>
            <a:ext cx="8005500" cy="5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</a:rPr>
              <a:t>The Mini Database Management System (Mini DBMS) is a lightweight database system developed to perform basic database operations such as storing, retrieving, and managing data.</a:t>
            </a:r>
            <a:endParaRPr sz="1800" b="1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</a:rPr>
              <a:t>This project demonstrates the working principles of a DBMS including:</a:t>
            </a: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Query processing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Data storage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Data retrieval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Table management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</a:rPr>
              <a:t>The system uses a Java-based backend engine to process SQL-like queries and a web-based frontend to interact with the user.</a:t>
            </a:r>
            <a:endParaRPr sz="1800" b="1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9180512" cy="6885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Specific Objectives</a:t>
            </a:r>
            <a:endParaRPr sz="3200" b="1" i="0" u="none" strike="noStrike" cap="non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16"/>
          <p:cNvCxnSpPr/>
          <p:nvPr/>
        </p:nvCxnSpPr>
        <p:spPr>
          <a:xfrm>
            <a:off x="0" y="1061448"/>
            <a:ext cx="9180513" cy="0"/>
          </a:xfrm>
          <a:prstGeom prst="straightConnector1">
            <a:avLst/>
          </a:prstGeom>
          <a:noFill/>
          <a:ln w="25400" cap="flat" cmpd="sng">
            <a:solidFill>
              <a:srgbClr val="0060A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9" name="Google Shape;11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338125" y="1738425"/>
            <a:ext cx="87849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To design a simplified database management system.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To implement basic SQL operations such as SELECT, INSERT, and DELETE.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To develop a query parser that understands user commands.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To store and manage data using CSV files as tables.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To create a user-friendly frontend interface for interacting with the database.</a:t>
            </a:r>
            <a:endParaRPr sz="1800"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-13687"/>
            <a:ext cx="9180600" cy="68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Key Features</a:t>
            </a:r>
            <a:endParaRPr sz="3200" b="1" i="0" u="none" strike="noStrike" cap="non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7"/>
          <p:cNvCxnSpPr/>
          <p:nvPr/>
        </p:nvCxnSpPr>
        <p:spPr>
          <a:xfrm>
            <a:off x="0" y="1061448"/>
            <a:ext cx="9180513" cy="0"/>
          </a:xfrm>
          <a:prstGeom prst="straightConnector1">
            <a:avLst/>
          </a:prstGeom>
          <a:noFill/>
          <a:ln w="25400" cap="flat" cmpd="sng">
            <a:solidFill>
              <a:srgbClr val="0060A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0" name="Google Shape;13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0" y="1061450"/>
            <a:ext cx="8784900" cy="4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Simple SQL Query Execution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Create and manage multiple tables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Insert, delete and retrieve data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Java-based backend engine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Frontend interface using HTML, CSS, and JavaScript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Data stored in CSV format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Lightweight and easy to run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9180512" cy="6885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/>
          <p:nvPr/>
        </p:nvSpPr>
        <p:spPr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Progress Summary</a:t>
            </a: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0" y="1061448"/>
            <a:ext cx="9180513" cy="0"/>
          </a:xfrm>
          <a:prstGeom prst="straightConnector1">
            <a:avLst/>
          </a:prstGeom>
          <a:noFill/>
          <a:ln w="25400" cap="flat" cmpd="sng">
            <a:solidFill>
              <a:srgbClr val="0060A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1" name="Google Shape;14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0" y="1061450"/>
            <a:ext cx="9078000" cy="44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</a:rPr>
              <a:t>The following progress has been completed so far:</a:t>
            </a: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Designed the overall system architecture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Developed the backend DBMS engine in Java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Implemented query parser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Implemented data storage using CSV files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Created frontend interface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Connected frontend with backend server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9180512" cy="688538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Detailed Progress – Development Phase</a:t>
            </a: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9"/>
          <p:cNvCxnSpPr/>
          <p:nvPr/>
        </p:nvCxnSpPr>
        <p:spPr>
          <a:xfrm>
            <a:off x="0" y="1061448"/>
            <a:ext cx="9180513" cy="0"/>
          </a:xfrm>
          <a:prstGeom prst="straightConnector1">
            <a:avLst/>
          </a:prstGeom>
          <a:noFill/>
          <a:ln w="25400" cap="flat" cmpd="sng">
            <a:solidFill>
              <a:srgbClr val="0060A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2" name="Google Shape;15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0" y="1033200"/>
            <a:ext cx="8057400" cy="53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 i="1">
                <a:solidFill>
                  <a:schemeClr val="dk1"/>
                </a:solidFill>
              </a:rPr>
              <a:t>During the development phase:</a:t>
            </a:r>
            <a:endParaRPr sz="1300" b="1" i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 b="1" i="1">
                <a:solidFill>
                  <a:schemeClr val="dk1"/>
                </a:solidFill>
              </a:rPr>
              <a:t>Designed backend classes such as</a:t>
            </a:r>
            <a:br>
              <a:rPr lang="en-US" sz="1300" b="1" i="1">
                <a:solidFill>
                  <a:schemeClr val="dk1"/>
                </a:solidFill>
              </a:rPr>
            </a:br>
            <a:endParaRPr sz="1300" b="1" i="1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 b="1" i="1">
                <a:solidFill>
                  <a:schemeClr val="dk1"/>
                </a:solidFill>
              </a:rPr>
              <a:t>SQLParser</a:t>
            </a:r>
            <a:br>
              <a:rPr lang="en-US" sz="1300" b="1" i="1">
                <a:solidFill>
                  <a:schemeClr val="dk1"/>
                </a:solidFill>
              </a:rPr>
            </a:br>
            <a:endParaRPr sz="1300" b="1" i="1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 b="1" i="1">
                <a:solidFill>
                  <a:schemeClr val="dk1"/>
                </a:solidFill>
              </a:rPr>
              <a:t>QueryExecutor</a:t>
            </a:r>
            <a:br>
              <a:rPr lang="en-US" sz="1300" b="1" i="1">
                <a:solidFill>
                  <a:schemeClr val="dk1"/>
                </a:solidFill>
              </a:rPr>
            </a:br>
            <a:endParaRPr sz="1300" b="1" i="1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 b="1" i="1">
                <a:solidFill>
                  <a:schemeClr val="dk1"/>
                </a:solidFill>
              </a:rPr>
              <a:t>StorageManager</a:t>
            </a:r>
            <a:br>
              <a:rPr lang="en-US" sz="1300" b="1" i="1">
                <a:solidFill>
                  <a:schemeClr val="dk1"/>
                </a:solidFill>
              </a:rPr>
            </a:br>
            <a:endParaRPr sz="1300" b="1" i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 b="1" i="1">
                <a:solidFill>
                  <a:schemeClr val="dk1"/>
                </a:solidFill>
              </a:rPr>
              <a:t>Implemented data storage system.</a:t>
            </a:r>
            <a:br>
              <a:rPr lang="en-US" sz="1300" b="1" i="1">
                <a:solidFill>
                  <a:schemeClr val="dk1"/>
                </a:solidFill>
              </a:rPr>
            </a:br>
            <a:endParaRPr sz="1300" b="1" i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 b="1" i="1">
                <a:solidFill>
                  <a:schemeClr val="dk1"/>
                </a:solidFill>
              </a:rPr>
              <a:t>Created tables using CSV files.</a:t>
            </a:r>
            <a:br>
              <a:rPr lang="en-US" sz="1300" b="1" i="1">
                <a:solidFill>
                  <a:schemeClr val="dk1"/>
                </a:solidFill>
              </a:rPr>
            </a:br>
            <a:endParaRPr sz="1300" b="1" i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 b="1" i="1">
                <a:solidFill>
                  <a:schemeClr val="dk1"/>
                </a:solidFill>
              </a:rPr>
              <a:t>Developed frontend interface using:</a:t>
            </a:r>
            <a:br>
              <a:rPr lang="en-US" sz="1300" b="1" i="1">
                <a:solidFill>
                  <a:schemeClr val="dk1"/>
                </a:solidFill>
              </a:rPr>
            </a:br>
            <a:endParaRPr sz="1300" b="1" i="1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 b="1" i="1">
                <a:solidFill>
                  <a:schemeClr val="dk1"/>
                </a:solidFill>
              </a:rPr>
              <a:t>HTML</a:t>
            </a:r>
            <a:br>
              <a:rPr lang="en-US" sz="1300" b="1" i="1">
                <a:solidFill>
                  <a:schemeClr val="dk1"/>
                </a:solidFill>
              </a:rPr>
            </a:br>
            <a:endParaRPr sz="1300" b="1" i="1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 b="1" i="1">
                <a:solidFill>
                  <a:schemeClr val="dk1"/>
                </a:solidFill>
              </a:rPr>
              <a:t>CSS</a:t>
            </a:r>
            <a:br>
              <a:rPr lang="en-US" sz="1300" b="1" i="1">
                <a:solidFill>
                  <a:schemeClr val="dk1"/>
                </a:solidFill>
              </a:rPr>
            </a:br>
            <a:endParaRPr sz="1300" b="1" i="1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 b="1" i="1">
                <a:solidFill>
                  <a:schemeClr val="dk1"/>
                </a:solidFill>
              </a:rPr>
              <a:t>JavaScript</a:t>
            </a:r>
            <a:br>
              <a:rPr lang="en-US" sz="1300" b="1" i="1">
                <a:solidFill>
                  <a:schemeClr val="dk1"/>
                </a:solidFill>
              </a:rPr>
            </a:br>
            <a:endParaRPr sz="1300" b="1" i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 b="1" i="1">
                <a:solidFill>
                  <a:schemeClr val="dk1"/>
                </a:solidFill>
              </a:rPr>
              <a:t>Integrated frontend and backend communication.</a:t>
            </a:r>
            <a:endParaRPr sz="1300"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4047" y="0"/>
            <a:ext cx="9180512" cy="688538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/>
          <p:nvPr/>
        </p:nvSpPr>
        <p:spPr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Methodology</a:t>
            </a:r>
            <a:endParaRPr sz="3200" b="1" i="0" u="none" strike="noStrike" cap="non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20"/>
          <p:cNvCxnSpPr/>
          <p:nvPr/>
        </p:nvCxnSpPr>
        <p:spPr>
          <a:xfrm>
            <a:off x="0" y="1061448"/>
            <a:ext cx="9180513" cy="0"/>
          </a:xfrm>
          <a:prstGeom prst="straightConnector1">
            <a:avLst/>
          </a:prstGeom>
          <a:noFill/>
          <a:ln w="25400" cap="flat" cmpd="sng">
            <a:solidFill>
              <a:srgbClr val="0060A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0" y="1061450"/>
            <a:ext cx="9180600" cy="50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</a:rPr>
              <a:t>The project follows the following methodology:</a:t>
            </a: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 i="1">
                <a:solidFill>
                  <a:schemeClr val="dk1"/>
                </a:solidFill>
              </a:rPr>
              <a:t>Requirement Analysis</a:t>
            </a:r>
            <a:br>
              <a:rPr lang="en-US" sz="1800" b="1" i="1">
                <a:solidFill>
                  <a:schemeClr val="dk1"/>
                </a:solidFill>
              </a:rPr>
            </a:br>
            <a:r>
              <a:rPr lang="en-US" sz="1800" b="1" i="1">
                <a:solidFill>
                  <a:schemeClr val="dk1"/>
                </a:solidFill>
              </a:rPr>
              <a:t> Understanding the functionalities required in a DBMS.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 i="1">
                <a:solidFill>
                  <a:schemeClr val="dk1"/>
                </a:solidFill>
              </a:rPr>
              <a:t>System Design</a:t>
            </a:r>
            <a:br>
              <a:rPr lang="en-US" sz="1800" b="1" i="1">
                <a:solidFill>
                  <a:schemeClr val="dk1"/>
                </a:solidFill>
              </a:rPr>
            </a:br>
            <a:r>
              <a:rPr lang="en-US" sz="1800" b="1" i="1">
                <a:solidFill>
                  <a:schemeClr val="dk1"/>
                </a:solidFill>
              </a:rPr>
              <a:t> Designing architecture including frontend and backend modules.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 i="1">
                <a:solidFill>
                  <a:schemeClr val="dk1"/>
                </a:solidFill>
              </a:rPr>
              <a:t>Implementation</a:t>
            </a:r>
            <a:br>
              <a:rPr lang="en-US" sz="1800" b="1" i="1">
                <a:solidFill>
                  <a:schemeClr val="dk1"/>
                </a:solidFill>
              </a:rPr>
            </a:br>
            <a:r>
              <a:rPr lang="en-US" sz="1800" b="1" i="1">
                <a:solidFill>
                  <a:schemeClr val="dk1"/>
                </a:solidFill>
              </a:rPr>
              <a:t> Coding the database engine and user interface.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 i="1">
                <a:solidFill>
                  <a:schemeClr val="dk1"/>
                </a:solidFill>
              </a:rPr>
              <a:t>Testing</a:t>
            </a:r>
            <a:br>
              <a:rPr lang="en-US" sz="1800" b="1" i="1">
                <a:solidFill>
                  <a:schemeClr val="dk1"/>
                </a:solidFill>
              </a:rPr>
            </a:br>
            <a:r>
              <a:rPr lang="en-US" sz="1800" b="1" i="1">
                <a:solidFill>
                  <a:schemeClr val="dk1"/>
                </a:solidFill>
              </a:rPr>
              <a:t> Running queries and verifying outputs.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 i="1">
                <a:solidFill>
                  <a:schemeClr val="dk1"/>
                </a:solidFill>
              </a:rPr>
              <a:t>Deployment</a:t>
            </a:r>
            <a:br>
              <a:rPr lang="en-US" sz="1800" b="1" i="1">
                <a:solidFill>
                  <a:schemeClr val="dk1"/>
                </a:solidFill>
              </a:rPr>
            </a:br>
            <a:r>
              <a:rPr lang="en-US" sz="1800" b="1" i="1">
                <a:solidFill>
                  <a:schemeClr val="dk1"/>
                </a:solidFill>
              </a:rPr>
              <a:t> Running the system locally for user interaction.</a:t>
            </a:r>
            <a:endParaRPr sz="1800"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9180512" cy="688538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/>
          <p:nvPr/>
        </p:nvSpPr>
        <p:spPr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Prototype</a:t>
            </a:r>
            <a:endParaRPr sz="3200" b="1" i="0" u="none" strike="noStrike" cap="none" dirty="0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21"/>
          <p:cNvCxnSpPr/>
          <p:nvPr/>
        </p:nvCxnSpPr>
        <p:spPr>
          <a:xfrm>
            <a:off x="0" y="1061448"/>
            <a:ext cx="9180513" cy="0"/>
          </a:xfrm>
          <a:prstGeom prst="straightConnector1">
            <a:avLst/>
          </a:prstGeom>
          <a:noFill/>
          <a:ln w="25400" cap="flat" cmpd="sng">
            <a:solidFill>
              <a:srgbClr val="0060A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3" name="Google Shape;173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AE1F06-2AD3-E488-EE00-962046F1A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7642"/>
            <a:ext cx="9144000" cy="48231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9180600" cy="68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/>
          <p:nvPr/>
        </p:nvSpPr>
        <p:spPr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Timeline</a:t>
            </a:r>
            <a:endParaRPr sz="3200" b="1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23"/>
          <p:cNvCxnSpPr/>
          <p:nvPr/>
        </p:nvCxnSpPr>
        <p:spPr>
          <a:xfrm>
            <a:off x="0" y="1061448"/>
            <a:ext cx="9180513" cy="0"/>
          </a:xfrm>
          <a:prstGeom prst="straightConnector1">
            <a:avLst/>
          </a:prstGeom>
          <a:noFill/>
          <a:ln w="25400" cap="flat" cmpd="sng">
            <a:solidFill>
              <a:srgbClr val="0060A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5" name="Google Shape;19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23"/>
          <p:cNvGraphicFramePr/>
          <p:nvPr/>
        </p:nvGraphicFramePr>
        <p:xfrm>
          <a:off x="75" y="1061450"/>
          <a:ext cx="9180525" cy="4727675"/>
        </p:xfrm>
        <a:graphic>
          <a:graphicData uri="http://schemas.openxmlformats.org/drawingml/2006/table">
            <a:tbl>
              <a:tblPr>
                <a:noFill/>
                <a:tableStyleId>{044756F4-FC7B-4448-81CC-7319C153DF63}</a:tableStyleId>
              </a:tblPr>
              <a:tblGrid>
                <a:gridCol w="18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5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/>
                        <a:t>Phase</a:t>
                      </a:r>
                      <a:endParaRPr sz="1800" b="1"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/>
                        <a:t>Work</a:t>
                      </a:r>
                      <a:endParaRPr sz="1800" b="1"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/>
                        <a:t>Week 1</a:t>
                      </a:r>
                      <a:endParaRPr sz="1800" b="1"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/>
                        <a:t>                                        Project planning</a:t>
                      </a:r>
                      <a:endParaRPr sz="1800" b="1"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/>
                        <a:t>Week 2</a:t>
                      </a:r>
                      <a:endParaRPr sz="1800" b="1"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/>
                        <a:t>                                      </a:t>
                      </a:r>
                      <a:r>
                        <a:rPr lang="en-US" sz="1800" b="1" i="1">
                          <a:solidFill>
                            <a:schemeClr val="dk1"/>
                          </a:solidFill>
                        </a:rPr>
                        <a:t> Frontend development</a:t>
                      </a:r>
                      <a:endParaRPr sz="1800" b="1" i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/>
                        <a:t>Week 3</a:t>
                      </a:r>
                      <a:endParaRPr sz="1800" b="1"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/>
                        <a:t>                                  Backend DBMS development</a:t>
                      </a:r>
                      <a:endParaRPr sz="1800" b="1" i="1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>
                          <a:solidFill>
                            <a:schemeClr val="dk1"/>
                          </a:solidFill>
                        </a:rPr>
                        <a:t>                       </a:t>
                      </a:r>
                      <a:endParaRPr sz="1800" b="1"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/>
                        <a:t>Week 4</a:t>
                      </a:r>
                      <a:endParaRPr sz="1800" b="1"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/>
                        <a:t>                                    Query parser implementation</a:t>
                      </a:r>
                      <a:endParaRPr sz="1800" b="1"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4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/>
                        <a:t>Week 5</a:t>
                      </a:r>
                      <a:endParaRPr sz="1800" b="1"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/>
                        <a:t>                                     Integration and testing</a:t>
                      </a:r>
                      <a:endParaRPr sz="1800" b="1"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9180512" cy="688538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/>
          <p:nvPr/>
        </p:nvSpPr>
        <p:spPr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Next Steps and Goals</a:t>
            </a:r>
            <a:endParaRPr sz="3200" b="1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24"/>
          <p:cNvCxnSpPr/>
          <p:nvPr/>
        </p:nvCxnSpPr>
        <p:spPr>
          <a:xfrm>
            <a:off x="0" y="1061448"/>
            <a:ext cx="9180513" cy="0"/>
          </a:xfrm>
          <a:prstGeom prst="straightConnector1">
            <a:avLst/>
          </a:prstGeom>
          <a:noFill/>
          <a:ln w="25400" cap="flat" cmpd="sng">
            <a:solidFill>
              <a:srgbClr val="0060A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6" name="Google Shape;206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4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0" y="1061450"/>
            <a:ext cx="8344500" cy="42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</a:rPr>
              <a:t>Future improvements for the project include:</a:t>
            </a: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Adding more SQL operations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Adding authentication system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Improving the UI design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Supporting larger datasets</a:t>
            </a:r>
            <a:endParaRPr sz="1800" b="1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Adding Chatbot</a:t>
            </a:r>
            <a:endParaRPr sz="1800" b="1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9180512" cy="688538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5"/>
          <p:cNvSpPr/>
          <p:nvPr/>
        </p:nvSpPr>
        <p:spPr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 &amp; Resources</a:t>
            </a:r>
            <a:endParaRPr sz="3200" b="1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25"/>
          <p:cNvCxnSpPr/>
          <p:nvPr/>
        </p:nvCxnSpPr>
        <p:spPr>
          <a:xfrm>
            <a:off x="0" y="1061448"/>
            <a:ext cx="9180513" cy="0"/>
          </a:xfrm>
          <a:prstGeom prst="straightConnector1">
            <a:avLst/>
          </a:prstGeom>
          <a:noFill/>
          <a:ln w="25400" cap="flat" cmpd="sng">
            <a:solidFill>
              <a:srgbClr val="0060A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17" name="Google Shape;217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0" y="1061450"/>
            <a:ext cx="9180600" cy="43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i="1"/>
              <a:t>Resources used in the project:</a:t>
            </a:r>
            <a:endParaRPr sz="1600" b="1" i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i="1"/>
              <a:t>Programming Languages:</a:t>
            </a:r>
            <a:endParaRPr sz="1600" b="1" i="1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600" b="1" i="1"/>
              <a:t>Java</a:t>
            </a:r>
            <a:endParaRPr sz="1600" b="1" i="1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600" b="1" i="1"/>
              <a:t>HTML</a:t>
            </a:r>
            <a:endParaRPr sz="1600" b="1" i="1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600" b="1" i="1"/>
              <a:t>CSS</a:t>
            </a:r>
            <a:endParaRPr sz="1600" b="1" i="1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600" b="1" i="1"/>
              <a:t>JavaScript</a:t>
            </a:r>
            <a:endParaRPr sz="1600" b="1" i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i="1"/>
              <a:t>Tools Used:</a:t>
            </a:r>
            <a:endParaRPr sz="1600" b="1" i="1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600" b="1" i="1"/>
              <a:t>VS Code</a:t>
            </a:r>
            <a:endParaRPr sz="1600" b="1" i="1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600" b="1" i="1"/>
              <a:t>GitHub</a:t>
            </a:r>
            <a:endParaRPr sz="1600" b="1" i="1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600" b="1" i="1"/>
              <a:t>Local server</a:t>
            </a:r>
            <a:br>
              <a:rPr lang="en-US" sz="1600" b="1" i="1"/>
            </a:br>
            <a:endParaRPr sz="1600" b="1" i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94976" y="-13692"/>
            <a:ext cx="9180512" cy="688538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6"/>
          <p:cNvSpPr/>
          <p:nvPr/>
        </p:nvSpPr>
        <p:spPr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Usecases &amp; Scope</a:t>
            </a:r>
            <a:endParaRPr sz="3200" b="1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6"/>
          <p:cNvCxnSpPr/>
          <p:nvPr/>
        </p:nvCxnSpPr>
        <p:spPr>
          <a:xfrm>
            <a:off x="0" y="1061448"/>
            <a:ext cx="9180513" cy="0"/>
          </a:xfrm>
          <a:prstGeom prst="straightConnector1">
            <a:avLst/>
          </a:prstGeom>
          <a:noFill/>
          <a:ln w="25400" cap="flat" cmpd="sng">
            <a:solidFill>
              <a:srgbClr val="0060A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8" name="Google Shape;228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6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-94850" y="1061450"/>
            <a:ext cx="9180600" cy="50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</a:rPr>
              <a:t>Usecases:</a:t>
            </a: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Learning basic DBMS concepts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Understanding query processing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Educational purposes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Small-scale data management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</a:rPr>
              <a:t>Scope:</a:t>
            </a: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Can be expanded to support advanced SQL queries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Can be converted into a full database engine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9180512" cy="688538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7"/>
          <p:cNvSpPr/>
          <p:nvPr/>
        </p:nvSpPr>
        <p:spPr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Expected Results &amp; Impact</a:t>
            </a:r>
            <a:endParaRPr sz="3200" b="1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27"/>
          <p:cNvCxnSpPr/>
          <p:nvPr/>
        </p:nvCxnSpPr>
        <p:spPr>
          <a:xfrm>
            <a:off x="0" y="1061448"/>
            <a:ext cx="9180513" cy="0"/>
          </a:xfrm>
          <a:prstGeom prst="straightConnector1">
            <a:avLst/>
          </a:prstGeom>
          <a:noFill/>
          <a:ln w="25400" cap="flat" cmpd="sng">
            <a:solidFill>
              <a:srgbClr val="0060A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9" name="Google Shape;239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7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-25" y="1061450"/>
            <a:ext cx="91440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</a:rPr>
              <a:t>Expected outcomes:</a:t>
            </a: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Working Mini DBMS system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Ability to perform basic database operations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Better understanding of database architecture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</a:rPr>
              <a:t>Impact:</a:t>
            </a: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Helps students understand how DBMS works internally</a:t>
            </a:r>
            <a:br>
              <a:rPr lang="en-US" sz="1800" b="1" i="1">
                <a:solidFill>
                  <a:schemeClr val="dk1"/>
                </a:solidFill>
              </a:rPr>
            </a:br>
            <a:endParaRPr sz="1800" b="1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i="1">
                <a:solidFill>
                  <a:schemeClr val="dk1"/>
                </a:solidFill>
              </a:rPr>
              <a:t>Demonstrates practical implementation of database concepts</a:t>
            </a:r>
            <a:endParaRPr sz="1800"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8051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8" y="6309320"/>
            <a:ext cx="2411760" cy="34669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8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060AA"/>
                </a:solidFill>
                <a:latin typeface="Garamond"/>
                <a:ea typeface="Garamond"/>
                <a:cs typeface="Garamond"/>
                <a:sym typeface="Garamond"/>
              </a:rPr>
              <a:t>THANK</a:t>
            </a:r>
            <a:r>
              <a:rPr lang="en-US" sz="7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7200">
                <a:solidFill>
                  <a:srgbClr val="E31E24"/>
                </a:solidFill>
                <a:latin typeface="Garamond"/>
                <a:ea typeface="Garamond"/>
                <a:cs typeface="Garamond"/>
                <a:sym typeface="Garamond"/>
              </a:rPr>
              <a:t>YOU</a:t>
            </a:r>
            <a:endParaRPr sz="7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662</Words>
  <Application>Microsoft Office PowerPoint</Application>
  <PresentationFormat>On-screen Show (4:3)</PresentationFormat>
  <Paragraphs>155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Garamond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Vikram yadav</cp:lastModifiedBy>
  <cp:revision>1</cp:revision>
  <dcterms:modified xsi:type="dcterms:W3CDTF">2026-03-16T09:11:59Z</dcterms:modified>
</cp:coreProperties>
</file>